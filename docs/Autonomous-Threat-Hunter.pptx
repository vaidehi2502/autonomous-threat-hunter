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CodeManiacs, on the Cybersecurity track, problem statement one — Autonomous Threat Hunter for Insider Attacks. It's built, deployed and live right now; the link is on screen and you can open it while I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Insider threats are the hardest category because nothing is technically broken. The person has valid credentials, so the only evidence is behavioural. Our dataset is 4,000 employees over 18 months — 1.39 million user-days. No human reads that. But the usual answer, a black-box anomaly model, gives a SOC team alerts it can't explain, so they stop trusting it. The problem statement explicitly asks for a low false-positive design philosophy, and that trap is exactly what we designed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decisions. First, per-user baselines: a stockroom clerk and a physicist have totally different normals, so against a company average one drowns in noise and the other hides. Every person is compared only to themselves. Second, the ML is a second opinion, never the verdict — the Isolation Forest adds weight but can't decide alone. That isn't a promise, it's enforced in code and there's a test asserting the model on its own can never produce a High or Critical. Third, every flag explains itself two ways: the reason names the exact counterfactual threshold it crossed, like the one on screen, and a separate rolling-trend signal catches someone escalating slowly over weeks — never spiking hard enough on any single day to trip a z-score, which the primary system is structurally blind to. That signal doesn't touch severity at all, so every number on the results slide stays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pipeline: raw CSVs, cleaned to parquet, features per user-day, detection, served over FastAPI to a React dashboard. Detection is precomputed, so the API just serves a scored table — that's how we get sub-second responses over 1.39 million rows. Five features, weighted by how suspicious they are, each converted to a z-score against that user's own history. Past 2.5 standard deviations the rule fires; add the weights, plus two if the model agrees, and that maps to a severity. Note the explainable rules outweigh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50,520 flagged out of 1.39 million — 3.6%, so it's selective, not crying wolf. 377 Critical days. The case on the right is what convinced us it works: a production line worker, 52 of 358 days flagged, spread over 13 months. That's a pattern, not a bad week — and always the same signature. A second user, a salesman, shows a completely different shape: two Critical days twelve days apart, off-hours USB at nine standard deviations above his own norm. That's what data theft before resignation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built to run, not just to demo. 80 tests, green on every push. Several of them encode the actual argument rather than just coverage. On memory — it started at 870 MB, which fits no free tier; we profiled it in a limited container, found the real bottleneck, and got it to 330 MB. And security: rate limiting, named per-analyst API keys, hardened headers, and every employee timeline lookup is audit-logged to the analyst who made it. Please open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scale: read-only and stateless, so you add instances with no coordination, and per-user baselines mean no retuning as the org changes. Being honest about what's next — 47,600 Medium flags needs threshold tuning or a watchlist tier; we're only using logon and device data, and email and file logs would add the most direct exfiltration signals; and today's keys are shared secrets in an env var, so real rollout needs proper issuance and per-analyst data scoping. The thing to remember: every alert explains itself. That's what makes it usable instead of ignorable.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63500" cy="192024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9BE8"/>
                </a:solidFill>
                <a:latin typeface="Segoe UI"/>
              </a:rPr>
              <a:t>DOMAIN 2: CYBERSECURITY  ·  PROBLEM STATEMENT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E6E9EE"/>
                </a:solidFill>
                <a:latin typeface="Segoe UI"/>
              </a:rPr>
              <a:t>Autonomous Threat Hunter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C8798"/>
                </a:solidFill>
                <a:latin typeface="Segoe UI"/>
              </a:rPr>
              <a:t>Insider attacks surfaced from raw enterprise logs — without a black box a SOC team can't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486400" cy="169164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95928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E9EE"/>
                </a:solidFill>
                <a:latin typeface="Segoe UI"/>
              </a:rPr>
              <a:t>CodeManiacs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Team Leader   Vaidehi Turkar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Members       Vaidehi Turkar  ·  Shashwat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794760"/>
            <a:ext cx="4967935" cy="169164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99592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9BE8"/>
                </a:solidFill>
                <a:latin typeface="Segoe UI"/>
              </a:rPr>
              <a:t>Live now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E6E9EE"/>
                </a:solidFill>
                <a:latin typeface="Consolas"/>
              </a:rPr>
              <a:t>threat-hunter-dashboard.onrender.com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threat-hunter-api.onrender.com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github.com/Vaidehi2502/autonomous-threat-hunter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Insiders don't break in. They log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82496"/>
            <a:ext cx="10728655" cy="4718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4C9BE8"/>
                </a:solidFill>
                <a:latin typeface="Segoe UI"/>
              </a:rPr>
              <a:t>— </a:t>
            </a:r>
            <a:r>
              <a:rPr sz="1600" b="1">
                <a:solidFill>
                  <a:srgbClr val="E6E9EE"/>
                </a:solidFill>
                <a:latin typeface="Segoe UI"/>
              </a:rPr>
              <a:t>No malware, no intrusion.  </a:t>
            </a:r>
            <a:r>
              <a:rPr sz="1600">
                <a:solidFill>
                  <a:srgbClr val="7C8798"/>
                </a:solidFill>
                <a:latin typeface="Segoe UI"/>
              </a:rPr>
              <a:t>An insider already holds valid credentials. Perimeter tools, antivirus and firewalls see nothing wrong.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C9BE8"/>
                </a:solidFill>
                <a:latin typeface="Segoe UI"/>
              </a:rPr>
              <a:t>— </a:t>
            </a:r>
            <a:r>
              <a:rPr sz="1600" b="1">
                <a:solidFill>
                  <a:srgbClr val="E6E9EE"/>
                </a:solidFill>
                <a:latin typeface="Segoe UI"/>
              </a:rPr>
              <a:t>The signal is purely behavioural.  </a:t>
            </a:r>
            <a:r>
              <a:rPr sz="1600">
                <a:solidFill>
                  <a:srgbClr val="7C8798"/>
                </a:solidFill>
                <a:latin typeface="Segoe UI"/>
              </a:rPr>
              <a:t>The only evidence is a change in how someone acts — hours kept, machines used, data moved.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C9BE8"/>
                </a:solidFill>
                <a:latin typeface="Segoe UI"/>
              </a:rPr>
              <a:t>— </a:t>
            </a:r>
            <a:r>
              <a:rPr sz="1600" b="1">
                <a:solidFill>
                  <a:srgbClr val="E6E9EE"/>
                </a:solidFill>
                <a:latin typeface="Segoe UI"/>
              </a:rPr>
              <a:t>The volume defeats humans.  </a:t>
            </a:r>
            <a:r>
              <a:rPr sz="1600">
                <a:solidFill>
                  <a:srgbClr val="7C8798"/>
                </a:solidFill>
                <a:latin typeface="Segoe UI"/>
              </a:rPr>
              <a:t>4,000 employees over 18 months is 1,393,138 user-days. Nobody reads that.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C9BE8"/>
                </a:solidFill>
                <a:latin typeface="Segoe UI"/>
              </a:rPr>
              <a:t>— </a:t>
            </a:r>
            <a:r>
              <a:rPr sz="1600" b="1">
                <a:solidFill>
                  <a:srgbClr val="E6E9EE"/>
                </a:solidFill>
                <a:latin typeface="Segoe UI"/>
              </a:rPr>
              <a:t>And the usual fix backfires.  </a:t>
            </a:r>
            <a:r>
              <a:rPr sz="1600">
                <a:solidFill>
                  <a:srgbClr val="7C8798"/>
                </a:solidFill>
                <a:latin typeface="Segoe UI"/>
              </a:rPr>
              <a:t>Drop in a black-box anomaly model and a SOC team gets alerts it cannot explain, cannot triage, and stops trusting. That is the false-positive trap this problem statement calls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62856"/>
            <a:ext cx="10728655" cy="914400"/>
          </a:xfrm>
          <a:prstGeom prst="roundRect">
            <a:avLst>
              <a:gd name="adj" fmla="val 5000"/>
            </a:avLst>
          </a:prstGeom>
          <a:solidFill>
            <a:srgbClr val="11161D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45736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D5867"/>
                </a:solidFill>
                <a:latin typeface="Segoe UI"/>
              </a:rPr>
              <a:t>Our answer, in one line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E6E9EE"/>
                </a:solidFill>
                <a:latin typeface="Segoe UI"/>
              </a:rPr>
              <a:t>Score every user-day against that person's own history — and make every flag explain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5867"/>
                </a:solidFill>
                <a:latin typeface="Segoe UI"/>
              </a:rPr>
              <a:t>Dataset: CERT r4.2 Insider Threat Test Dataset (Carnegie Mellon SEI) — synthetic, 4,000 users, 2010-2011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SOLUTION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Three decisions that make it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3442106" cy="27889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83664"/>
            <a:ext cx="300319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9BE8"/>
                </a:solidFill>
                <a:latin typeface="Consolas"/>
              </a:rPr>
              <a:t>01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Per-user baselines,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not a population average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7C8798"/>
                </a:solidFill>
                <a:latin typeface="Segoe UI"/>
              </a:rPr>
              <a:t>A stockroom clerk and a physicist have different normals. Against a company-wide mean, one drowns real anomalies and the other hides them.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E6E9EE"/>
                </a:solidFill>
                <a:latin typeface="Segoe UI"/>
              </a:rPr>
              <a:t>Every user is compared only to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794" y="1682496"/>
            <a:ext cx="3442106" cy="27889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4250" y="1883664"/>
            <a:ext cx="300319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9BE8"/>
                </a:solidFill>
                <a:latin typeface="Consolas"/>
              </a:rPr>
              <a:t>02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ML is a second opinion,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never the verdict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7C8798"/>
                </a:solidFill>
                <a:latin typeface="Segoe UI"/>
              </a:rPr>
              <a:t>An Isolation Forest catches multivariate patterns rules miss — but it only adds weight, never decides alone.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E6E9EE"/>
                </a:solidFill>
                <a:latin typeface="Segoe UI"/>
              </a:rPr>
              <a:t>A test asserts the model on its own can never reach High or 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8068" y="1682496"/>
            <a:ext cx="3442106" cy="27889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7524" y="1883664"/>
            <a:ext cx="300319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9BE8"/>
                </a:solidFill>
                <a:latin typeface="Consolas"/>
              </a:rPr>
              <a:t>03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Explains itself,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9EE"/>
                </a:solidFill>
                <a:latin typeface="Segoe UI"/>
              </a:rPr>
              <a:t>two different ways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7C8798"/>
                </a:solidFill>
                <a:latin typeface="Segoe UI"/>
              </a:rPr>
              <a:t>Every reason names the exact counterfactual threshold. A separate 14-day trend signal also catches sustained escalation no single day's z-score can see — without touching a single severity figure.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E6E9EE"/>
                </a:solidFill>
                <a:latin typeface="Segoe UI"/>
              </a:rPr>
              <a:t>Two failure modes covered, not one — see Slide 6 for the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0016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11161D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82896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D5867"/>
                </a:solidFill>
                <a:latin typeface="Segoe UI"/>
              </a:rPr>
              <a:t>Every flagged day carries a reason an analyst can act on or dismiss: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400" b="0">
                <a:solidFill>
                  <a:srgbClr val="E6E9EE"/>
                </a:solidFill>
                <a:latin typeface="Consolas"/>
              </a:rPr>
              <a:t>"off hours usb count unusually high (z=9.5) — would not flag below 1.1 (actual: 4)"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Architecture &amp; scoring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9EE"/>
                </a:solidFill>
                <a:latin typeface="Segoe UI"/>
              </a:rPr>
              <a:t>Raw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logon · device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2949" y="2139696"/>
            <a:ext cx="128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D5867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965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2405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9EE"/>
                </a:solidFill>
                <a:latin typeface="Segoe UI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4117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load_data.py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→ parquet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2394" y="2139696"/>
            <a:ext cx="128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D5867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0410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1850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9EE"/>
                </a:solidFill>
                <a:latin typeface="Segoe UI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3562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features.py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per user-day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1839" y="2139696"/>
            <a:ext cx="128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D5867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9855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1295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9BE8"/>
                </a:solidFill>
                <a:latin typeface="Segoe UI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detect.py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z-scores +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1284" y="2139696"/>
            <a:ext cx="128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D5867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300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0740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9EE"/>
                </a:solidFill>
                <a:latin typeface="Segoe UI"/>
              </a:rPr>
              <a:t>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2452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api.py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0729" y="2139696"/>
            <a:ext cx="128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D5867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78745" y="1682496"/>
            <a:ext cx="1681429" cy="137160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0185" y="1865376"/>
            <a:ext cx="149854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9BE8"/>
                </a:solidFill>
                <a:latin typeface="Segoe UI"/>
              </a:rPr>
              <a:t>Analyse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1897" y="2258568"/>
            <a:ext cx="153512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React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7C8798"/>
                </a:solidFill>
                <a:latin typeface="Consolas"/>
              </a:rP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74136"/>
            <a:ext cx="5227167" cy="214884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3575304"/>
            <a:ext cx="4715103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C9BE8"/>
                </a:solidFill>
                <a:latin typeface="Segoe UI"/>
              </a:rPr>
              <a:t>Five features, weighted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off-hours logons  ·  weight 3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off-hours USB  ·  weight 3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USB connects  ·  weight 2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distinct PCs  ·  weight 2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logon count  ·  weight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3374136"/>
            <a:ext cx="5227167" cy="214884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9039" y="3575304"/>
            <a:ext cx="4715103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C9BE8"/>
                </a:solidFill>
                <a:latin typeface="Segoe UI"/>
              </a:rPr>
              <a:t>Severity from the total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0435E"/>
                </a:solidFill>
                <a:latin typeface="Consolas"/>
              </a:rPr>
              <a:t>Critical </a:t>
            </a:r>
            <a:r>
              <a:rPr sz="1200">
                <a:solidFill>
                  <a:srgbClr val="7C8798"/>
                </a:solidFill>
                <a:latin typeface="Consolas"/>
              </a:rPr>
              <a:t>score ≥ 8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43A"/>
                </a:solidFill>
                <a:latin typeface="Consolas"/>
              </a:rPr>
              <a:t>High     </a:t>
            </a:r>
            <a:r>
              <a:rPr sz="1200">
                <a:solidFill>
                  <a:srgbClr val="7C8798"/>
                </a:solidFill>
                <a:latin typeface="Consolas"/>
              </a:rPr>
              <a:t>score ≥ 5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E8C547"/>
                </a:solidFill>
                <a:latin typeface="Consolas"/>
              </a:rPr>
              <a:t>Medium   </a:t>
            </a:r>
            <a:r>
              <a:rPr sz="1200">
                <a:solidFill>
                  <a:srgbClr val="7C8798"/>
                </a:solidFill>
                <a:latin typeface="Consolas"/>
              </a:rPr>
              <a:t>score ≥ 2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4C9BE8"/>
                </a:solidFill>
                <a:latin typeface="Consolas"/>
              </a:rPr>
              <a:t>Low      </a:t>
            </a:r>
            <a:r>
              <a:rPr sz="1200">
                <a:solidFill>
                  <a:srgbClr val="7C8798"/>
                </a:solidFill>
                <a:latin typeface="Consolas"/>
              </a:rPr>
              <a:t>score &gt; 0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Segoe UI"/>
              </a:rPr>
              <a:t>Rule weights past z = 2.5, plus 2 if the model agrees.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5867"/>
                </a:solidFill>
                <a:latin typeface="Segoe UI"/>
              </a:rPr>
              <a:t>Python · pandas · scikit-learn · PyArrow · FastAPI · React · Vite · Recharts · Docker · Render · GitHub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What it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E9EE"/>
                </a:solidFill>
                <a:latin typeface="Segoe UI"/>
              </a:rPr>
              <a:t>1,393,138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user-days analysed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E9EE"/>
                </a:solidFill>
                <a:latin typeface="Segoe UI"/>
              </a:rPr>
              <a:t>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employees, 18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1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9BE8"/>
                </a:solidFill>
                <a:latin typeface="Segoe UI"/>
              </a:rPr>
              <a:t>50,520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flagged  (3.6%)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603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059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435E"/>
                </a:solidFill>
                <a:latin typeface="Segoe UI"/>
              </a:rPr>
              <a:t>377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9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Critical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6382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D5867"/>
                </a:solidFill>
                <a:latin typeface="Segoe UI"/>
              </a:rPr>
              <a:t>SEVERITY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112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435E"/>
                </a:solidFill>
                <a:latin typeface="Segoe UI"/>
              </a:rPr>
              <a:t>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3547872"/>
            <a:ext cx="3931920" cy="164592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37360" y="3547872"/>
            <a:ext cx="45720" cy="164592"/>
          </a:xfrm>
          <a:prstGeom prst="roundRect">
            <a:avLst/>
          </a:prstGeom>
          <a:solidFill>
            <a:srgbClr val="F04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35112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377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95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43A"/>
                </a:solidFill>
                <a:latin typeface="Segoe UI"/>
              </a:rP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37360" y="3931920"/>
            <a:ext cx="3931920" cy="164592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37360" y="3931920"/>
            <a:ext cx="135552" cy="164592"/>
          </a:xfrm>
          <a:prstGeom prst="roundRect">
            <a:avLst/>
          </a:prstGeom>
          <a:solidFill>
            <a:srgbClr val="F5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89534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1,641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7939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C547"/>
                </a:solidFill>
                <a:latin typeface="Segoe UI"/>
              </a:rPr>
              <a:t>Medium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4315968"/>
            <a:ext cx="3931920" cy="164592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37360" y="4315968"/>
            <a:ext cx="3931920" cy="164592"/>
          </a:xfrm>
          <a:prstGeom prst="round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279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47,600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9BE8"/>
                </a:solidFill>
                <a:latin typeface="Segoe UI"/>
              </a:rPr>
              <a:t>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700016"/>
            <a:ext cx="3931920" cy="164592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37360" y="4700016"/>
            <a:ext cx="74508" cy="164592"/>
          </a:xfrm>
          <a:prstGeom prst="round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6634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Consolas"/>
              </a:rPr>
              <a:t>902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163824"/>
            <a:ext cx="4236415" cy="219456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3364992"/>
            <a:ext cx="3687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C9BE8"/>
                </a:solidFill>
                <a:latin typeface="Segoe UI"/>
              </a:rPr>
              <a:t>Case study — EYD2871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E6E9EE"/>
                </a:solidFill>
                <a:latin typeface="Segoe UI"/>
              </a:rPr>
              <a:t>ProductionLineWorker, Assembly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Segoe UI"/>
              </a:rPr>
              <a:t>52 of 358 days flagged — 9 Critical, 21 High, 22 Medium — recurring across 13 months, not one bad week.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7C8798"/>
                </a:solidFill>
                <a:latin typeface="Segoe UI"/>
              </a:rPr>
              <a:t>Same signature every time: off-hours logons, off-hours USB, and far more distinct PCs than a fixed workstation role should need.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5867"/>
                </a:solidFill>
                <a:latin typeface="Segoe UI"/>
              </a:rPr>
              <a:t>Second case ACM2278 (Salesman): two Critical days 12 apart, both 11.0, off-hours USB z=9.5 — exfiltration before departure. Every figure verified against the live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ENGINEERING, SECURITY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Built to be run, not just demoed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9BE8"/>
                </a:solidFill>
                <a:latin typeface="Segoe UI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automated tests, CI on every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E9EE"/>
                </a:solidFill>
                <a:latin typeface="Segoe UI"/>
              </a:rPr>
              <a:t>330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memory, down from 870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1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E9EE"/>
                </a:solidFill>
                <a:latin typeface="Segoe UI"/>
              </a:rPr>
              <a:t>&lt; 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response over 1.39M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603" y="1682496"/>
            <a:ext cx="2517571" cy="118872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059" y="1865376"/>
            <a:ext cx="20786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9BE8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9" y="2404872"/>
            <a:ext cx="20786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798"/>
                </a:solidFill>
                <a:latin typeface="Segoe UI"/>
              </a:rPr>
              <a:t>deployed, not a localhost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91256"/>
            <a:ext cx="10728655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>
                <a:solidFill>
                  <a:srgbClr val="4C9BE8"/>
                </a:solidFill>
                <a:latin typeface="Segoe UI"/>
              </a:rPr>
              <a:t>— </a:t>
            </a:r>
            <a:r>
              <a:rPr sz="1400" b="1">
                <a:solidFill>
                  <a:srgbClr val="E6E9EE"/>
                </a:solidFill>
                <a:latin typeface="Segoe UI"/>
              </a:rPr>
              <a:t>Tests encode the argument.  </a:t>
            </a:r>
            <a:r>
              <a:rPr sz="1400">
                <a:solidFill>
                  <a:srgbClr val="7C8798"/>
                </a:solidFill>
                <a:latin typeface="Segoe UI"/>
              </a:rPr>
              <a:t>One asserts the same raw value is anomalous for a quiet user and normal for a busy one. Another asserts the ML model alone can never reach a High verdict, and a third proves a sustained trend is caught even when no single day's z-score is.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4C9BE8"/>
                </a:solidFill>
                <a:latin typeface="Segoe UI"/>
              </a:rPr>
              <a:t>— </a:t>
            </a:r>
            <a:r>
              <a:rPr sz="1400" b="1">
                <a:solidFill>
                  <a:srgbClr val="E6E9EE"/>
                </a:solidFill>
                <a:latin typeface="Segoe UI"/>
              </a:rPr>
              <a:t>Measured, not guessed.  </a:t>
            </a:r>
            <a:r>
              <a:rPr sz="1400">
                <a:solidFill>
                  <a:srgbClr val="7C8798"/>
                </a:solidFill>
                <a:latin typeface="Segoe UI"/>
              </a:rPr>
              <a:t>Memory was profiled in a limited container — 256 MB is killed, 384 MB runs — which is why it fits a free instance.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4C9BE8"/>
                </a:solidFill>
                <a:latin typeface="Segoe UI"/>
              </a:rPr>
              <a:t>— </a:t>
            </a:r>
            <a:r>
              <a:rPr sz="1400" b="1">
                <a:solidFill>
                  <a:srgbClr val="E6E9EE"/>
                </a:solidFill>
                <a:latin typeface="Segoe UI"/>
              </a:rPr>
              <a:t>Secured deliberately.  </a:t>
            </a:r>
            <a:r>
              <a:rPr sz="1400">
                <a:solidFill>
                  <a:srgbClr val="7C8798"/>
                </a:solidFill>
                <a:latin typeface="Segoe UI"/>
              </a:rPr>
              <a:t>Per-client rate limiting, named per-analyst API keys, hardened response headers, explicit CORS allowlist. Every read of an employee's timeline is audit-logged and attributed to the analyst who looked it 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11496"/>
            <a:ext cx="10728655" cy="658368"/>
          </a:xfrm>
          <a:prstGeom prst="roundRect">
            <a:avLst>
              <a:gd name="adj" fmla="val 5000"/>
            </a:avLst>
          </a:prstGeom>
          <a:solidFill>
            <a:srgbClr val="11161D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285232"/>
            <a:ext cx="101434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9BE8"/>
                </a:solidFill>
                <a:latin typeface="Consolas"/>
              </a:rPr>
              <a:t>Try it   threat-hunter-dashboard.onrender.com      API   threat-hunter-api.onrender.com/docs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9BE8"/>
                </a:solidFill>
                <a:latin typeface="Segoe UI"/>
              </a:rPr>
              <a:t>SCALABILITY &amp;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9EE"/>
                </a:solidFill>
                <a:latin typeface="Segoe UI"/>
              </a:rPr>
              <a:t>Where this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188720" cy="38100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5227167" cy="265176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467852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C9BE8"/>
                </a:solidFill>
                <a:latin typeface="Segoe UI"/>
              </a:rPr>
              <a:t>Scales without redesign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Read-only and stateless — add instances, no coordination needed.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Detection runs offline and parallel; serving is a precomputed table.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Per-user baselines mean no retuning when new roles or teams appear.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Any log with a timestamp and an actor fits the same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82496"/>
            <a:ext cx="5227167" cy="2651760"/>
          </a:xfrm>
          <a:prstGeom prst="roundRect">
            <a:avLst>
              <a:gd name="adj" fmla="val 5000"/>
            </a:avLst>
          </a:prstGeom>
          <a:solidFill>
            <a:srgbClr val="151B24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901952"/>
            <a:ext cx="467852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C9BE8"/>
                </a:solidFill>
                <a:latin typeface="Segoe UI"/>
              </a:rPr>
              <a:t>Honest next steps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47,600 Medium flags is a real triage load — tune thresholds, or treat Medium as a watchlist rather than a page.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Only logon and device data so far. Email, file and web logs add the most direct exfiltration signals.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7C8798"/>
                </a:solidFill>
                <a:latin typeface="Segoe UI"/>
              </a:rPr>
              <a:t>— Keys today are shared secrets in an env var — real rollout needs self-service issuance, rotation, and per-analyst data scoping.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62856"/>
            <a:ext cx="10728655" cy="960120"/>
          </a:xfrm>
          <a:prstGeom prst="roundRect">
            <a:avLst>
              <a:gd name="adj" fmla="val 5000"/>
            </a:avLst>
          </a:prstGeom>
          <a:solidFill>
            <a:srgbClr val="11161D"/>
          </a:solidFill>
          <a:ln w="12700">
            <a:solidFill>
              <a:srgbClr val="23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745736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E9EE"/>
                </a:solidFill>
                <a:latin typeface="Segoe UI"/>
              </a:rPr>
              <a:t>Every alert explains itself.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7C8798"/>
                </a:solidFill>
                <a:latin typeface="Segoe UI"/>
              </a:rPr>
              <a:t>That is what makes it usable by a real security team, instead of one more model they learn to ignore.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